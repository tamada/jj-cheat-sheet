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68C6"/>
    <a:srgbClr val="268997"/>
    <a:srgbClr val="BB34FF"/>
    <a:srgbClr val="75401C"/>
    <a:srgbClr val="045C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8"/>
  </p:normalViewPr>
  <p:slideViewPr>
    <p:cSldViewPr snapToGrid="0">
      <p:cViewPr varScale="1">
        <p:scale>
          <a:sx n="86" d="100"/>
          <a:sy n="86" d="100"/>
        </p:scale>
        <p:origin x="22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664ED7-11D2-7670-378A-751B78A68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E683E96-2B4C-31E9-FACC-8DDE7270F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24950C-8B50-C4B4-B929-01071BB6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1D733D-09DB-1A02-4DB9-ADCA42EC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0E4A60-7E7D-48F0-A305-25A46C8D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985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24D283-9018-9D5A-F0EA-740B22575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0DD3A2-F920-DEC2-0075-9623543D4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E5035F-0057-D324-383F-C6516EFF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B15295-1BB5-73A6-AFFB-972F1FC4C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0C274C-9751-79DD-282A-AA94C410D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275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BDC120-3267-4FFB-E5FC-F384FC577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BB3476-54E8-CAD9-1770-C7352D944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EC2E78-9644-9D82-395F-34C20EC9B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940BED-1FA0-1D4B-B358-D9C9514B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F078BA-303F-58F2-DFF1-128B63C0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503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A04AFA-22B7-030C-C0C3-2C51BA8A1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108171-610A-A4B0-5DEC-1F7A3357B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A54331-D974-51D8-E82D-4053235D5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9EAD9F-88B8-9217-EB5D-7B0AA44AD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12D4B68-80B6-A84D-32FA-3C8E02768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8056F8-09CF-D5F3-686C-93852F16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8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DAEB8-4CAB-CC96-28D5-580F05F8D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D37F58-8F56-992C-24D0-90436C811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BCD525-6D95-C58F-6512-9DFDC74A8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1AF6806-6EED-C1E2-FD70-982B9A252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17610A-A1B9-20D2-0011-3AA37722B6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2D4FD80-C5FE-7FEF-0595-32AC5E99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63533A-D563-98AD-46D5-5EA09F759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F48783E-08EB-5B0F-FCF7-DE8D9D1D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6669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0C53DE-38B0-2A65-F2DA-CC502D1E5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327833-D4DE-2DA9-623D-42A87AEBD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A3DB418-6845-F73F-F0EE-E552A051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051205F-C43D-7CBC-3036-66D64811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17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F5EB092-4D68-E527-44D4-28BA98A58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1307F59-522A-B7EB-FF75-9BC7F37F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AE4698-AABE-D151-D328-7612E6BE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1153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965108-7A7B-0FF0-C981-82322F4D3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43204A-2E4C-6718-2525-A4E49A27F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88F705-DC87-DF8C-C73B-F8CC42769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7B99EB-676F-A20B-9CC5-70100CE8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E0B6B3-AFF9-FF04-F006-78B4507D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F32DFF-97BD-32F4-2C13-CA086F46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18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9D781C-9509-1436-148E-FCB3917E9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6376E16-0D7B-8F51-E8EF-4932F3952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01B3F80-D918-10AB-A5FB-268559B83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62D1D8-04B9-C748-6EAD-B21C6020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170407-A4BA-0C23-A255-86AB2F9DB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ABAC8C-D040-800B-B949-37F7F6A7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07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58983-9C8A-A8FB-3CA2-474A05FA0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0C1EB2-A003-78BF-5926-EB9335537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D484F9-DFA4-BB9E-A69F-5D3E27E6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EDA847-1AF9-3BC1-6111-A738FDCEF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826332-B5AD-1805-6CA9-EBCC1F48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3683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1307F63-7F44-DF23-37A4-90AB939D5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26C2E9-D309-09AC-BBE1-2CE596B6A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369C68-C575-CEE7-22EF-EBAAA7FF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DC45B7-A241-0F85-C209-4DE98760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7A6CF8-A5C2-55FB-A70B-B28AAA96B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236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C895E9D-1031-835F-7E3D-2A7920B5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6851F4-9C69-04C6-9914-DE19B7E01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FF0013-239D-A9CD-2D20-D7DAB6C9E1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2C6A44-92EE-5A43-9D37-A808BE65BC5E}" type="datetimeFigureOut">
              <a:rPr kumimoji="1" lang="ja-JP" altLang="en-US" smtClean="0"/>
              <a:t>2026/7/7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D9EFC3-553A-A1E9-61D4-30480C7D77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553F5C-8571-0CE1-9A83-0AEC46170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F44F97-8864-E54D-A34C-117A28FDF2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542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6A6838E2-5857-2545-C006-C4E305923D33}"/>
              </a:ext>
            </a:extLst>
          </p:cNvPr>
          <p:cNvGrpSpPr/>
          <p:nvPr/>
        </p:nvGrpSpPr>
        <p:grpSpPr>
          <a:xfrm>
            <a:off x="1909480" y="1629000"/>
            <a:ext cx="1800000" cy="1800000"/>
            <a:chOff x="1909480" y="1629000"/>
            <a:chExt cx="1800000" cy="1800000"/>
          </a:xfrm>
        </p:grpSpPr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626ADF9A-867D-AC32-7447-EB7DAEB67D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909480" y="1629000"/>
              <a:ext cx="1800000" cy="1800000"/>
            </a:xfrm>
            <a:prstGeom prst="roundRect">
              <a:avLst/>
            </a:prstGeom>
            <a:gradFill flip="none" rotWithShape="1">
              <a:gsLst>
                <a:gs pos="0">
                  <a:srgbClr val="4768C6"/>
                </a:gs>
                <a:gs pos="100000">
                  <a:srgbClr val="26899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E978727-7905-63F1-3666-45E2D40AB23B}"/>
                </a:ext>
              </a:extLst>
            </p:cNvPr>
            <p:cNvSpPr txBox="1"/>
            <p:nvPr/>
          </p:nvSpPr>
          <p:spPr>
            <a:xfrm>
              <a:off x="2306778" y="1744170"/>
              <a:ext cx="1005403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9600" dirty="0" err="1">
                  <a:solidFill>
                    <a:schemeClr val="bg1"/>
                  </a:solidFill>
                  <a:latin typeface="Arial Black" panose="020B0604020202020204" pitchFamily="34" charset="0"/>
                  <a:cs typeface="Arial Black" panose="020B0604020202020204" pitchFamily="34" charset="0"/>
                </a:rPr>
                <a:t>jj</a:t>
              </a:r>
              <a:endParaRPr kumimoji="1" lang="ja-JP" altLang="en-US" sz="960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66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</Words>
  <Application>Microsoft Macintosh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Arial Black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TAMADA HARUAKI</dc:creator>
  <cp:lastModifiedBy>TAMADA HARUAKI</cp:lastModifiedBy>
  <cp:revision>2</cp:revision>
  <dcterms:created xsi:type="dcterms:W3CDTF">2026-07-06T23:40:06Z</dcterms:created>
  <dcterms:modified xsi:type="dcterms:W3CDTF">2026-07-06T23:49:21Z</dcterms:modified>
</cp:coreProperties>
</file>